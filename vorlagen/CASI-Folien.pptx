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>
    <p:embeddedFont>
      <p:font typeface="PP Mori" pitchFamily="2" charset="0"/>
      <p:regular r:id="rIdCasiFont1"/>
    </p:embeddedFont>
    <p:embeddedFont>
      <p:font typeface="PP Mori Semibold" pitchFamily="2" charset="0"/>
      <p:regular r:id="rIdCasiFont2"/>
    </p:embeddedFont>
    <p:embeddedFont>
      <p:font typeface="IBM Plex Serif" pitchFamily="2" charset="0"/>
      <p:regular r:id="rIdCasiFont3"/>
      <p:italic r:id="rIdCasiFont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CasiFont1" Type="http://schemas.openxmlformats.org/officeDocument/2006/relationships/font" Target="fonts/font1.fntdata"/><Relationship Id="rIdCasiFont2" Type="http://schemas.openxmlformats.org/officeDocument/2006/relationships/font" Target="fonts/font2.fntdata"/><Relationship Id="rIdCasiFont3" Type="http://schemas.openxmlformats.org/officeDocument/2006/relationships/font" Target="fonts/font3.fntdata"/><Relationship Id="rIdCasiFont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448856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2011680"/>
            <a:ext cx="10966399" cy="27432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20000"/>
              </a:lnSpc>
              <a:buNone/>
              <a:defRPr lang="en-US" sz="1000" spc="100" kern="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000" spc="100" kern="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REIHE · NUMMER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2395728"/>
            <a:ext cx="10966399" cy="164592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05000"/>
              </a:lnSpc>
              <a:buNone/>
              <a:defRPr lang="en-US" sz="4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der Präsentation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12648" y="4160520"/>
            <a:ext cx="8224799" cy="82296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Untertitel</a:t>
            </a:r>
            <a:endParaRPr lang="en-US" sz="1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12648" y="6126480"/>
            <a:ext cx="10966399" cy="27432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20000"/>
              </a:lnSpc>
              <a:buNone/>
              <a:defRPr lang="en-US" sz="90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Absender · Datum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12648" y="2011680"/>
            <a:ext cx="10966399" cy="27432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20000"/>
              </a:lnSpc>
              <a:buNone/>
              <a:defRPr lang="en-US" sz="1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Abschnitt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12648" y="2395728"/>
            <a:ext cx="10966399" cy="146304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05000"/>
              </a:lnSpc>
              <a:buNone/>
              <a:defRPr lang="en-US" sz="3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des Abschnitts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960120"/>
            <a:ext cx="10966399" cy="544068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hinzufügen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Spalt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960120"/>
            <a:ext cx="5300320" cy="544068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hinzufügen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278728" y="960120"/>
            <a:ext cx="5300320" cy="544068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hinzufügen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Bo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960120"/>
            <a:ext cx="6760159" cy="544068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hinzufügen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738567" y="960120"/>
            <a:ext cx="3840480" cy="795528"/>
          </a:xfrm>
          <a:prstGeom prst="roundRect">
            <a:avLst>
              <a:gd name="adj" fmla="val 11494"/>
            </a:avLst>
          </a:prstGeom>
          <a:solidFill>
            <a:srgbClr val="EEF2F1"/>
          </a:solidFill>
          <a:ln>
            <a:noFill/>
          </a:ln>
        </p:spPr>
        <p:txBody>
          <a:bodyPr wrap="square" rtlCol="0" lIns="274320" tIns="274320" rIns="274320" bIns="274320">
            <a:spAutoFit/>
          </a:bodyPr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in der Box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Box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960120"/>
            <a:ext cx="5300320" cy="795528"/>
          </a:xfrm>
          <a:prstGeom prst="roundRect">
            <a:avLst>
              <a:gd name="adj" fmla="val 11494"/>
            </a:avLst>
          </a:prstGeom>
          <a:solidFill>
            <a:srgbClr val="EEF2F1"/>
          </a:solidFill>
          <a:ln>
            <a:noFill/>
          </a:ln>
        </p:spPr>
        <p:txBody>
          <a:bodyPr wrap="square" rtlCol="0" lIns="274320" tIns="274320" rIns="274320" bIns="274320">
            <a:spAutoFit/>
          </a:bodyPr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in der Box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278728" y="960120"/>
            <a:ext cx="5300320" cy="795528"/>
          </a:xfrm>
          <a:prstGeom prst="roundRect">
            <a:avLst>
              <a:gd name="adj" fmla="val 11494"/>
            </a:avLst>
          </a:prstGeom>
          <a:solidFill>
            <a:srgbClr val="EEF2F1"/>
          </a:solidFill>
          <a:ln>
            <a:noFill/>
          </a:ln>
        </p:spPr>
        <p:txBody>
          <a:bodyPr wrap="square" rtlCol="0" lIns="274320" tIns="274320" rIns="274320" bIns="274320">
            <a:spAutoFit/>
          </a:bodyPr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0E4D4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Text in der Box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bildu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2648" y="493776"/>
            <a:ext cx="10966399" cy="384048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buNone/>
              <a:def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Titel hinzufügen</a:t>
            </a:r>
            <a:endParaRPr lang="en-US" sz="17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612648" y="960120"/>
            <a:ext cx="10966399" cy="489204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indent="0" marL="0">
              <a:buNone/>
              <a:defRPr lang="en-US" dirty="0">
                <a:solidFill>
                  <a:srgbClr val="0E4D49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E4D49"/>
                </a:solidFill>
              </a:rPr>
              <a:t>Abbildung einfügen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5989320"/>
            <a:ext cx="10966399" cy="36576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20000"/>
              </a:lnSpc>
              <a:buNone/>
              <a:defRPr lang="en-US" sz="75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Bildunterschrift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3" name="Image 0" descr="C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93776"/>
            <a:ext cx="448856" cy="5029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12648" y="2395728"/>
            <a:ext cx="2980944" cy="274320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10000"/>
              </a:lnSpc>
              <a:buNone/>
              <a:defRPr lang="en-US" sz="2400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Schlusssatz</a:t>
            </a: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818888" y="2395728"/>
            <a:ext cx="6760159" cy="2743200"/>
          </a:xfrm>
          <a:prstGeom prst="rect">
            <a:avLst/>
          </a:prstGeom>
          <a:noFill/>
          <a:ln/>
        </p:spPr>
        <p:txBody>
          <a:bodyPr lIns="0" tIns="0" rIns="0" bIns="0" wrap="square" rtlCol="0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Kontakt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07447" y="6464808"/>
            <a:ext cx="1371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750">
                <a:solidFill>
                  <a:srgbClr val="5F7471"/>
                </a:solidFill>
                <a:latin typeface="PP Mori"/>
                <a:ea typeface="PP Mori"/>
                <a:cs typeface="PP Mo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12648" y="201168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12648" y="2395728"/>
            <a:ext cx="1096639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12648" y="4160520"/>
            <a:ext cx="82247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612648" y="612648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I">
  <a:themeElements>
    <a:clrScheme name="CASI">
      <a:dk1>
        <a:srgbClr val="0E4D49"/>
      </a:dk1>
      <a:lt1>
        <a:srgbClr val="FFFFFF"/>
      </a:lt1>
      <a:dk2>
        <a:srgbClr val="5F7471"/>
      </a:dk2>
      <a:lt2>
        <a:srgbClr val="EEF2F1"/>
      </a:lt2>
      <a:accent1>
        <a:srgbClr val="0E4D49"/>
      </a:accent1>
      <a:accent2>
        <a:srgbClr val="5F7471"/>
      </a:accent2>
      <a:accent3>
        <a:srgbClr val="93AFAD"/>
      </a:accent3>
      <a:accent4>
        <a:srgbClr val="C5D4D3"/>
      </a:accent4>
      <a:accent5>
        <a:srgbClr val="E1E7E5"/>
      </a:accent5>
      <a:accent6>
        <a:srgbClr val="8B1538"/>
      </a:accent6>
      <a:hlink>
        <a:srgbClr val="0E4D49"/>
      </a:hlink>
      <a:folHlink>
        <a:srgbClr val="0E4D49"/>
      </a:folHlink>
    </a:clrScheme>
    <a:fontScheme name="CASI">
      <a:majorFont>
        <a:latin typeface="PP Mor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P Mo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ICCA">
      <a:srgbClr val="13917C"/>
    </a:custClr>
    <a:custClr name="ICCA Grafik">
      <a:srgbClr val="1A9C7E"/>
    </a:custClr>
    <a:custClr name="Burgundy hell">
      <a:srgbClr val="F6EBEF"/>
    </a:custClr>
    <a:custClr name="Burgundy mittel">
      <a:srgbClr val="CB96A6"/>
    </a:custClr>
    <a:custClr name="Kette direct">
      <a:srgbClr val="29363D"/>
    </a:custClr>
    <a:custClr name="Kette iron">
      <a:srgbClr val="8C5A3C"/>
    </a:custClr>
    <a:custClr name="Kette steel">
      <a:srgbClr val="5B7C99"/>
    </a:custClr>
    <a:custClr name="Kette car">
      <a:srgbClr val="3F6B3F"/>
    </a:custClr>
    <a:custClr name="Kette body">
      <a:srgbClr val="0E8388"/>
    </a:custClr>
    <a:custClr name="Kette Lebensende">
      <a:srgbClr val="6B4C6E"/>
    </a:custClr>
    <a:custClr name="Daten A">
      <a:srgbClr val="B060E0"/>
    </a:custClr>
    <a:custClr name="Daten B">
      <a:srgbClr val="3060C0"/>
    </a:custClr>
    <a:custClr name="Daten C">
      <a:srgbClr val="2080B0"/>
    </a:custClr>
    <a:custClr name="Daten D">
      <a:srgbClr val="50B0D0"/>
    </a:custClr>
    <a:custClr name="Daten E">
      <a:srgbClr val="20C090"/>
    </a:custClr>
    <a:custClr name="Daten F">
      <a:srgbClr val="30A060"/>
    </a:custClr>
    <a:custClr name="Daten G">
      <a:srgbClr val="E08820"/>
    </a:custClr>
    <a:custClr name="Daten H">
      <a:srgbClr val="D06020"/>
    </a:custClr>
    <a:custClr name="Daten I">
      <a:srgbClr val="E04040"/>
    </a:custClr>
    <a:custClr name="Daten J">
      <a:srgbClr val="C0408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Carbon Accounting Standards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CASI</dc:title>
  <dc:subject>PptxGenJS Presentation</dc:subject>
  <dc:creator>Carbon Accounting Standards Initiative</dc:creator>
  <cp:lastModifiedBy>Carbon Accounting Standards Initiative</cp:lastModifiedBy>
  <cp:revision>1</cp:revision>
  <dcterms:created xsi:type="dcterms:W3CDTF">2026-10-16T12:53:38Z</dcterms:created>
  <dcterms:modified xsi:type="dcterms:W3CDTF">2026-10-16T12:53:38Z</dcterms:modified>
</cp:coreProperties>
</file>