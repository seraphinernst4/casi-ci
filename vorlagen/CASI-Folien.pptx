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embeddedFontLst>
    <p:embeddedFont>
      <p:font typeface="PP Mori" pitchFamily="2" charset="0"/>
      <p:regular r:id="rIdCasiFont1"/>
    </p:embeddedFont>
    <p:embeddedFont>
      <p:font typeface="PP Mori Semibold" pitchFamily="2" charset="0"/>
      <p:regular r:id="rIdCasi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CasiFont1" Type="http://schemas.openxmlformats.org/officeDocument/2006/relationships/font" Target="fonts/font1.fntdata"/><Relationship Id="rIdCasi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rbon Accounting Standards Initiati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93776"/>
            <a:ext cx="185565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spcAft>
                <a:spcPts val="600"/>
              </a:spcAft>
              <a:buNone/>
              <a:defRPr lang="en-US" sz="1000" spc="100" kern="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00" spc="100" kern="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REIHE · NUMMER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2648" y="4160520"/>
            <a:ext cx="8224799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spcAft>
                <a:spcPts val="600"/>
              </a:spcAft>
              <a:buNone/>
              <a:defRPr lang="en-US" sz="14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Untertitel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12648" y="6126480"/>
            <a:ext cx="10966399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spcAft>
                <a:spcPts val="600"/>
              </a:spcAft>
              <a:buNone/>
              <a:defRPr lang="en-US" sz="9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Absender · Datum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spcAft>
                <a:spcPts val="600"/>
              </a:spcAft>
              <a:buNone/>
              <a:defRPr lang="en-US" sz="1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Abschnitt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2395728"/>
            <a:ext cx="10966399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3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des Abschnitts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960120"/>
            <a:ext cx="10966399" cy="5440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960120"/>
            <a:ext cx="5300320" cy="5440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278728" y="960120"/>
            <a:ext cx="5300320" cy="5440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/>
        </p:nvSpPr>
        <p:spPr>
          <a:xfrm>
            <a:off x="612648" y="960120"/>
            <a:ext cx="10966399" cy="5440680"/>
          </a:xfrm>
          <a:prstGeom prst="roundRect">
            <a:avLst>
              <a:gd name="adj" fmla="val 1681"/>
            </a:avLst>
          </a:prstGeom>
          <a:solidFill>
            <a:srgbClr val="EEF2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86968" y="1234440"/>
            <a:ext cx="10417759" cy="4892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Box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/>
        </p:nvSpPr>
        <p:spPr>
          <a:xfrm>
            <a:off x="612648" y="960120"/>
            <a:ext cx="5300320" cy="5440680"/>
          </a:xfrm>
          <a:prstGeom prst="roundRect">
            <a:avLst>
              <a:gd name="adj" fmla="val 1725"/>
            </a:avLst>
          </a:prstGeom>
          <a:solidFill>
            <a:srgbClr val="EEF2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6278728" y="960120"/>
            <a:ext cx="5300320" cy="5440680"/>
          </a:xfrm>
          <a:prstGeom prst="roundRect">
            <a:avLst>
              <a:gd name="adj" fmla="val 1725"/>
            </a:avLst>
          </a:prstGeom>
          <a:solidFill>
            <a:srgbClr val="EEF2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886968" y="1234440"/>
            <a:ext cx="4751680" cy="4892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6553048" y="1234440"/>
            <a:ext cx="4751680" cy="4892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bildu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612648" y="960120"/>
            <a:ext cx="10966399" cy="4892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rgbClr val="0E4D49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E4D49"/>
                </a:solidFill>
              </a:rPr>
              <a:t>Abbildung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5989320"/>
            <a:ext cx="10966399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spcAft>
                <a:spcPts val="600"/>
              </a:spcAft>
              <a:buNone/>
              <a:defRPr lang="en-US" sz="75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75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Bildunterschrift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lus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8B1538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12648" y="2395728"/>
            <a:ext cx="2980944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2400" dirty="0">
                <a:solidFill>
                  <a:srgbClr val="FFFFFF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Schlusssatz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818888" y="2395728"/>
            <a:ext cx="6760159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Kontakt</a:t>
            </a:r>
            <a:endParaRPr lang="en-US" sz="1200" dirty="0"/>
          </a:p>
        </p:txBody>
      </p:sp>
      <p:pic>
        <p:nvPicPr>
          <p:cNvPr id="5" name="Image 0" descr="Carbon Accounting Standards Initiati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8888" y="6016752"/>
            <a:ext cx="1855650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12648" y="4160520"/>
            <a:ext cx="82247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endParaRPr lang="en-US" sz="14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12648" y="6126480"/>
            <a:ext cx="10966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SI">
  <a:themeElements>
    <a:clrScheme name="CASI">
      <a:dk1>
        <a:srgbClr val="0E4D49"/>
      </a:dk1>
      <a:lt1>
        <a:srgbClr val="FFFFFF"/>
      </a:lt1>
      <a:dk2>
        <a:srgbClr val="5F7471"/>
      </a:dk2>
      <a:lt2>
        <a:srgbClr val="EEF2F1"/>
      </a:lt2>
      <a:accent1>
        <a:srgbClr val="0E4D49"/>
      </a:accent1>
      <a:accent2>
        <a:srgbClr val="5F7471"/>
      </a:accent2>
      <a:accent3>
        <a:srgbClr val="93AFAD"/>
      </a:accent3>
      <a:accent4>
        <a:srgbClr val="C5D4D3"/>
      </a:accent4>
      <a:accent5>
        <a:srgbClr val="E1E7E5"/>
      </a:accent5>
      <a:accent6>
        <a:srgbClr val="8B1538"/>
      </a:accent6>
      <a:hlink>
        <a:srgbClr val="0E4D49"/>
      </a:hlink>
      <a:folHlink>
        <a:srgbClr val="0E4D49"/>
      </a:folHlink>
    </a:clrScheme>
    <a:fontScheme name="CASI">
      <a:majorFont>
        <a:latin typeface="PP Mor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P Mo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Carbon Accounting Standards Initiative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CASI</dc:title>
  <dc:subject>PptxGenJS Presentation</dc:subject>
  <dc:creator>Carbon Accounting Standards Initiative</dc:creator>
  <cp:lastModifiedBy>Carbon Accounting Standards Initiative</cp:lastModifiedBy>
  <cp:revision>1</cp:revision>
  <dcterms:created xsi:type="dcterms:W3CDTF">2026-10-16T12:28:29Z</dcterms:created>
  <dcterms:modified xsi:type="dcterms:W3CDTF">2026-10-16T12:28:29Z</dcterms:modified>
</cp:coreProperties>
</file>